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5D8-8C09-450B-AD3B-8C071A0C601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FF5F3-4C33-4B79-8633-5A5DD2812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080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5D8-8C09-450B-AD3B-8C071A0C601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FF5F3-4C33-4B79-8633-5A5DD2812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52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5D8-8C09-450B-AD3B-8C071A0C601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FF5F3-4C33-4B79-8633-5A5DD2812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750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5D8-8C09-450B-AD3B-8C071A0C601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FF5F3-4C33-4B79-8633-5A5DD2812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31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5D8-8C09-450B-AD3B-8C071A0C601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FF5F3-4C33-4B79-8633-5A5DD2812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858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5D8-8C09-450B-AD3B-8C071A0C601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FF5F3-4C33-4B79-8633-5A5DD2812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215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5D8-8C09-450B-AD3B-8C071A0C601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FF5F3-4C33-4B79-8633-5A5DD2812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6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5D8-8C09-450B-AD3B-8C071A0C601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FF5F3-4C33-4B79-8633-5A5DD2812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66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5D8-8C09-450B-AD3B-8C071A0C601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FF5F3-4C33-4B79-8633-5A5DD2812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750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5D8-8C09-450B-AD3B-8C071A0C601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FF5F3-4C33-4B79-8633-5A5DD2812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53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5D8-8C09-450B-AD3B-8C071A0C601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FF5F3-4C33-4B79-8633-5A5DD2812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96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C65D8-8C09-450B-AD3B-8C071A0C601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FF5F3-4C33-4B79-8633-5A5DD2812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07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123825"/>
            <a:ext cx="11649075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9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119062"/>
            <a:ext cx="11515725" cy="66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4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38950" cy="33477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92815" y="666750"/>
            <a:ext cx="3465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Vanishing gradient problem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1772"/>
            <a:ext cx="6915150" cy="331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77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-14288"/>
            <a:ext cx="10858500" cy="6886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1407" y="1195754"/>
            <a:ext cx="1491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prediction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71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" y="71437"/>
            <a:ext cx="9972675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7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4863" y="-271463"/>
            <a:ext cx="13801725" cy="740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8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8" y="1652953"/>
            <a:ext cx="11990481" cy="32586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78" y="5397744"/>
            <a:ext cx="7143750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83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53125" cy="49815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825994"/>
            <a:ext cx="655320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7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5" y="3333750"/>
            <a:ext cx="7381875" cy="3524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0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22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35" y="822080"/>
            <a:ext cx="9895153" cy="534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4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5363" y="-352425"/>
            <a:ext cx="14182725" cy="756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06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785812"/>
            <a:ext cx="948690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880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1925" y="-4763"/>
            <a:ext cx="12515850" cy="686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49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-295275"/>
            <a:ext cx="11715750" cy="744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59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71450"/>
            <a:ext cx="10153650" cy="6515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8688" y="-128588"/>
            <a:ext cx="14049375" cy="711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817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257" y="211015"/>
            <a:ext cx="5498490" cy="37541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30" y="4020283"/>
            <a:ext cx="110490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099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15225" cy="66198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923" y="1767253"/>
            <a:ext cx="6277482" cy="159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1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63" y="971551"/>
            <a:ext cx="6381750" cy="5372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546" y="2944868"/>
            <a:ext cx="4458799" cy="289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44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237" y="-61913"/>
            <a:ext cx="5343525" cy="698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49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397" y="196362"/>
            <a:ext cx="4915816" cy="13774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461" y="1861227"/>
            <a:ext cx="6374423" cy="49046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3429" y="2435469"/>
            <a:ext cx="2892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LLM is a methodology, we can build LLM using RNN(sand) also, but best is to transformers(Cement)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5500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273" y="328979"/>
            <a:ext cx="11239500" cy="60769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51260"/>
            <a:ext cx="4783352" cy="41067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462" y="-263769"/>
            <a:ext cx="2913889" cy="33498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423" y="4533058"/>
            <a:ext cx="2579810" cy="261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308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75" y="661987"/>
            <a:ext cx="8401050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52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62" y="414337"/>
            <a:ext cx="6619875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43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74" y="1195302"/>
            <a:ext cx="10953352" cy="441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15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220" y="696423"/>
            <a:ext cx="9255889" cy="540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7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77" y="236293"/>
            <a:ext cx="4114800" cy="6315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886" y="448407"/>
            <a:ext cx="7351555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5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7738" y="-576263"/>
            <a:ext cx="14087475" cy="8010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189" y="2563905"/>
            <a:ext cx="5290016" cy="404986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35324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37" y="-33338"/>
            <a:ext cx="9915525" cy="692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16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362" y="2028825"/>
            <a:ext cx="79152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6629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7265" y="-156603"/>
            <a:ext cx="7543800" cy="71532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914" y="574021"/>
            <a:ext cx="4705350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40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24</Words>
  <Application>Microsoft Office PowerPoint</Application>
  <PresentationFormat>Widescreen</PresentationFormat>
  <Paragraphs>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48</cp:revision>
  <dcterms:created xsi:type="dcterms:W3CDTF">2026-07-14T14:42:33Z</dcterms:created>
  <dcterms:modified xsi:type="dcterms:W3CDTF">2026-07-16T15:38:24Z</dcterms:modified>
</cp:coreProperties>
</file>