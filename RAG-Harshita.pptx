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63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46768-0C82-480A-A67A-24A86E74D9A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B1D6-5322-4B04-9D2E-FAED1BA30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765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46768-0C82-480A-A67A-24A86E74D9A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B1D6-5322-4B04-9D2E-FAED1BA30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228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46768-0C82-480A-A67A-24A86E74D9A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B1D6-5322-4B04-9D2E-FAED1BA30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550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46768-0C82-480A-A67A-24A86E74D9A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B1D6-5322-4B04-9D2E-FAED1BA30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796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46768-0C82-480A-A67A-24A86E74D9A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B1D6-5322-4B04-9D2E-FAED1BA30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768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46768-0C82-480A-A67A-24A86E74D9A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B1D6-5322-4B04-9D2E-FAED1BA30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301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46768-0C82-480A-A67A-24A86E74D9A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B1D6-5322-4B04-9D2E-FAED1BA30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245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46768-0C82-480A-A67A-24A86E74D9A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B1D6-5322-4B04-9D2E-FAED1BA30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332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46768-0C82-480A-A67A-24A86E74D9A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B1D6-5322-4B04-9D2E-FAED1BA30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44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46768-0C82-480A-A67A-24A86E74D9A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B1D6-5322-4B04-9D2E-FAED1BA30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667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46768-0C82-480A-A67A-24A86E74D9A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B1D6-5322-4B04-9D2E-FAED1BA30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090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46768-0C82-480A-A67A-24A86E74D9A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CDB1D6-5322-4B04-9D2E-FAED1BA30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70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912" y="366712"/>
            <a:ext cx="9020175" cy="612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927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62" y="233362"/>
            <a:ext cx="10429875" cy="639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781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62" y="257175"/>
            <a:ext cx="11572875" cy="634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225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271462"/>
            <a:ext cx="11544300" cy="631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264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228600"/>
            <a:ext cx="1133475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353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7" y="252412"/>
            <a:ext cx="11287125" cy="63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985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62" y="280987"/>
            <a:ext cx="11268075" cy="62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765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" y="328612"/>
            <a:ext cx="11191875" cy="620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684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9</cp:revision>
  <dcterms:created xsi:type="dcterms:W3CDTF">2026-07-20T15:05:12Z</dcterms:created>
  <dcterms:modified xsi:type="dcterms:W3CDTF">2026-07-21T15:51:28Z</dcterms:modified>
</cp:coreProperties>
</file>